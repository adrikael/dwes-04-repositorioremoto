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12BAA-9D26-5385-A6DE-91C3C798E0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DWES-04-RepositorioRemoto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22B368-CDCF-1936-F7BB-BFAE39BCB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Álvaro Ruiz Velázquez // Adrián García-Heras</a:t>
            </a: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Web en Entornos Servidor</a:t>
            </a:r>
          </a:p>
        </p:txBody>
      </p:sp>
    </p:spTree>
    <p:extLst>
      <p:ext uri="{BB962C8B-B14F-4D97-AF65-F5344CB8AC3E}">
        <p14:creationId xmlns:p14="http://schemas.microsoft.com/office/powerpoint/2010/main" val="3194811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E09BC-E403-BE94-7716-47D7B9B3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7907"/>
            <a:ext cx="10058400" cy="1314516"/>
          </a:xfrm>
        </p:spPr>
        <p:txBody>
          <a:bodyPr>
            <a:normAutofit/>
          </a:bodyPr>
          <a:lstStyle/>
          <a:p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 del proyecto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15468B-9A66-0156-9454-B4D4F8630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15122" y="2030444"/>
            <a:ext cx="100584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Gestión centralizada y eficiente de usuarios mediante arquitectura limpia.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Resiliencia y alta disponibilidad frente a servicios externos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JSONPlaceholder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Persistencia híbrida (SQLite en local / PostgreSQL en producción).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Caché multinivel (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Cache-Aside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con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IMemoryCache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 Redis.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Sincronización automática en segundo plano mediante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PeriodicTimer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Despliegue contenerizado con Docker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1894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53757-8FEA-312B-609F-27E7A677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Arquitectura por capas y desacoplamiento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1AC1AF5C-B61F-0EF1-A313-551ABB333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3" y="685801"/>
            <a:ext cx="5943600" cy="5308598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5FFBAD-B471-4757-BD53-B1E2F42A5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012" y="2209798"/>
            <a:ext cx="3657600" cy="378460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Presentación: Punto de entrada / Consola / Controladores.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Negocio: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SynchroService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Mappers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Validadores.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Infraestructura: Repositorios EF Core, Clientes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Refit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Adaptadores de Caché.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Inversión de Dependencias (DIP): Uso de interfaces para un desacoplamiento total.</a:t>
            </a:r>
          </a:p>
        </p:txBody>
      </p:sp>
    </p:spTree>
    <p:extLst>
      <p:ext uri="{BB962C8B-B14F-4D97-AF65-F5344CB8AC3E}">
        <p14:creationId xmlns:p14="http://schemas.microsoft.com/office/powerpoint/2010/main" val="2831487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254B3-9020-0D29-8219-962A95C3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3EECE-C3E2-6C3C-0251-032671425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7907"/>
            <a:ext cx="10058400" cy="1314516"/>
          </a:xfrm>
        </p:spPr>
        <p:txBody>
          <a:bodyPr>
            <a:normAutofit/>
          </a:bodyPr>
          <a:lstStyle/>
          <a:p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Modelos de dominio vs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dtos</a:t>
            </a:r>
            <a:endParaRPr lang="es-E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E46DAD-1DC9-6917-CDBD-682F4B4C9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3323105"/>
            <a:ext cx="10058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Entidad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Incluye datos complejos anidados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Company, Geo)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DTOs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UserDto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Aísla el modelo interno de la API externa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Mapeo bidireccional: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UsuarioMapper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convierte entre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DTOs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 Modelos</a:t>
            </a:r>
          </a:p>
        </p:txBody>
      </p:sp>
    </p:spTree>
    <p:extLst>
      <p:ext uri="{BB962C8B-B14F-4D97-AF65-F5344CB8AC3E}">
        <p14:creationId xmlns:p14="http://schemas.microsoft.com/office/powerpoint/2010/main" val="4120198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07E6-8C9F-D51D-58D7-99E9DE79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ABB52-574E-AB2B-8661-B2E4CC39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7907"/>
            <a:ext cx="10058400" cy="1314516"/>
          </a:xfrm>
        </p:spPr>
        <p:txBody>
          <a:bodyPr>
            <a:normAutofit/>
          </a:bodyPr>
          <a:lstStyle/>
          <a:p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Persistencia Híbrida con EF Core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545CC6-596D-0986-2EE7-D988E818A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15123" y="2399775"/>
            <a:ext cx="100584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Patrón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IUserRepository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Abstrae las operaciones CRUD del 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SQLite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AppDbContextSqlite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Para desarrollo rápido sin dependencias.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PostgreSQL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AppDbContextPostgre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Para entorno de producción de alto rendimiento.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Intercambiabilidad: Cambio de motor de datos mediante configuración, sin modificar lógica de negocio.</a:t>
            </a:r>
          </a:p>
        </p:txBody>
      </p:sp>
    </p:spTree>
    <p:extLst>
      <p:ext uri="{BB962C8B-B14F-4D97-AF65-F5344CB8AC3E}">
        <p14:creationId xmlns:p14="http://schemas.microsoft.com/office/powerpoint/2010/main" val="2304484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F76A5-0CC6-B163-D9C2-1D425573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EAFDD-2E97-F7A2-0FD0-C21C4F58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Estrategia de Caché Multinivel (Cache-Aside)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2A693BAD-0FA7-DD33-9662-48BF8F778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684213" y="685801"/>
            <a:ext cx="5943600" cy="5308598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2A05E8-32FB-1AB1-3624-160998AF2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012" y="2209798"/>
            <a:ext cx="3657600" cy="378460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Abstracción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IUserCache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Interfaz común para la gestión de memoria.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Modo Local: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MemoryCache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ejecuciones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monoproceso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Modo Distribuido: Redis para entornos contenerizados y escalables.</a:t>
            </a:r>
          </a:p>
        </p:txBody>
      </p:sp>
    </p:spTree>
    <p:extLst>
      <p:ext uri="{BB962C8B-B14F-4D97-AF65-F5344CB8AC3E}">
        <p14:creationId xmlns:p14="http://schemas.microsoft.com/office/powerpoint/2010/main" val="4040436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32313-55C0-6811-BB11-148D9BC4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CD27F-C529-A788-C3A0-D853642C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 HTTP declarativo con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refit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7A5B238A-B6F1-AACD-AED8-4D517CFBD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684213" y="685801"/>
            <a:ext cx="5943600" cy="5308598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6D14FB-D91A-1CBF-A7B1-605442867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012" y="2209798"/>
            <a:ext cx="3657600" cy="378460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Externa: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JSONPlaceholder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(/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Refit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IJsonPlaceholderApi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Sustituye llamadas manuales con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HttpClient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por interfaces.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Ventajas: Menos código, mayor legibilidad y tipado estricto en respuestas JSON.</a:t>
            </a:r>
          </a:p>
        </p:txBody>
      </p:sp>
    </p:spTree>
    <p:extLst>
      <p:ext uri="{BB962C8B-B14F-4D97-AF65-F5344CB8AC3E}">
        <p14:creationId xmlns:p14="http://schemas.microsoft.com/office/powerpoint/2010/main" val="1527951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A6370-91A5-12BE-3C0C-63686A20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3AADA-7719-B1EB-CCC9-9DF603D43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7907"/>
            <a:ext cx="10058400" cy="1314516"/>
          </a:xfrm>
        </p:spPr>
        <p:txBody>
          <a:bodyPr>
            <a:normAutofit/>
          </a:bodyPr>
          <a:lstStyle/>
          <a:p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Validación y Gestión de errores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F76443-C7F6-395C-1B49-7221DF429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15123" y="2769107"/>
            <a:ext cx="100584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UserValidator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Valida formato de email y campos obligatorios antes de persistir.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DomainErrors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Definición fuertemente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tipada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errores conocidos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NotFound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InvalidData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&lt;T&gt;: Evita lanzar excepciones para el flujo normal del programa, devolviendo explícitamente el estado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IsSuccess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IsFailure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81768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C8BA5-162C-865E-4F58-0F55D337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8ED99-A77F-9D02-26F5-ACACBAAA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7907"/>
            <a:ext cx="10058400" cy="1314516"/>
          </a:xfrm>
        </p:spPr>
        <p:txBody>
          <a:bodyPr>
            <a:normAutofit/>
          </a:bodyPr>
          <a:lstStyle/>
          <a:p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Validación y Gestión de errores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F55891-0C3C-EA9B-BDC3-397F9F3758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15123" y="2769107"/>
            <a:ext cx="4680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Servicios desplegados: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app-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dotnet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Imagen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runtine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.NET 10.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postgress-db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Servicio PostgreSQL en puerto 5432.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s-ES" altLang="es-ES" sz="24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s-ES" altLang="es-E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-cache: Servicio Redis en puerto 6379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629F9A5-3D88-57C7-DC74-A8EC360B4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00" y="3323104"/>
            <a:ext cx="4680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ES" altLang="es-E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Persistencia y </a:t>
            </a:r>
            <a:r>
              <a:rPr lang="es-ES" altLang="es-ES" sz="24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Healthchecks</a:t>
            </a:r>
            <a:r>
              <a:rPr lang="es-ES" altLang="es-E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s-ES" altLang="es-E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s-ES" altLang="es-E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Volúmenes asignados y verificación de estado antes      del arranque</a:t>
            </a:r>
          </a:p>
        </p:txBody>
      </p:sp>
    </p:spTree>
    <p:extLst>
      <p:ext uri="{BB962C8B-B14F-4D97-AF65-F5344CB8AC3E}">
        <p14:creationId xmlns:p14="http://schemas.microsoft.com/office/powerpoint/2010/main" val="2213585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635CE-FED0-D2C7-7A3B-83140F0B2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BC7D3-96F5-2B58-2BE6-A375DE27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Cobertura de pruebas automatizadas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E6DD5347-B737-B930-2374-FC0205DD2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684213" y="2131200"/>
            <a:ext cx="5947885" cy="25956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C59816-D7B4-78B3-F1F7-F67452910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012" y="2209798"/>
            <a:ext cx="3657600" cy="378460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NUnit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Moq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FluentAssertions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Pruebas de Casos Correctos: Flujos CRUD exitosos, integración con caché e invocaciones a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mappers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Pruebas de Casos Incorrectos: Manejo de datos inválidos, respuestas de error y usuarios no encontrados.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Simulación de dependencias: </a:t>
            </a:r>
            <a:r>
              <a:rPr lang="es-E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Mocks</a:t>
            </a:r>
            <a:r>
              <a:rPr lang="es-E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repositorios, caché y API externa.</a:t>
            </a:r>
          </a:p>
        </p:txBody>
      </p:sp>
    </p:spTree>
    <p:extLst>
      <p:ext uri="{BB962C8B-B14F-4D97-AF65-F5344CB8AC3E}">
        <p14:creationId xmlns:p14="http://schemas.microsoft.com/office/powerpoint/2010/main" val="3274738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ECD4-443D-ADB0-402A-06D5697EE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721E1-4972-8022-1D3D-9293CA0A26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¡Muchas gracias!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5306B8-0974-789D-B9CC-E76F47C8DA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¿Preguntas y/o Comentarios?</a:t>
            </a:r>
          </a:p>
        </p:txBody>
      </p:sp>
    </p:spTree>
    <p:extLst>
      <p:ext uri="{BB962C8B-B14F-4D97-AF65-F5344CB8AC3E}">
        <p14:creationId xmlns:p14="http://schemas.microsoft.com/office/powerpoint/2010/main" val="708771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186</TotalTime>
  <Words>487</Words>
  <Application>Microsoft Office PowerPoint</Application>
  <PresentationFormat>Panorámica</PresentationFormat>
  <Paragraphs>64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Times New Roman</vt:lpstr>
      <vt:lpstr>Wingdings</vt:lpstr>
      <vt:lpstr>Wingdings 3</vt:lpstr>
      <vt:lpstr>Sector</vt:lpstr>
      <vt:lpstr>DWES-04-RepositorioRemoto</vt:lpstr>
      <vt:lpstr>Objetivos del proyecto</vt:lpstr>
      <vt:lpstr>Arquitectura por capas y desacoplamiento</vt:lpstr>
      <vt:lpstr>Modelos de dominio vs dtos</vt:lpstr>
      <vt:lpstr>Persistencia Híbrida con EF Core</vt:lpstr>
      <vt:lpstr>Estrategia de Caché Multinivel (Cache-Aside)</vt:lpstr>
      <vt:lpstr>Cliente HTTP declarativo con refit</vt:lpstr>
      <vt:lpstr>Validación y Gestión de errores</vt:lpstr>
      <vt:lpstr>Validación y Gestión de errores</vt:lpstr>
      <vt:lpstr>Cobertura de pruebas automatizadas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Álvaro Ruiz Velázquez</dc:creator>
  <cp:lastModifiedBy>Álvaro Ruiz Velázquez</cp:lastModifiedBy>
  <cp:revision>2</cp:revision>
  <dcterms:created xsi:type="dcterms:W3CDTF">2026-10-08T07:52:33Z</dcterms:created>
  <dcterms:modified xsi:type="dcterms:W3CDTF">2026-10-08T10:59:20Z</dcterms:modified>
</cp:coreProperties>
</file>